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298abf81af_1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298abf81af_1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298abf81af_1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298abf81af_1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98abf81af_1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98abf81af_1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98abf81af_1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98abf81af_1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298abf81af_1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298abf81af_1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98abf81af_1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98abf81af_1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98abf81af_1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298abf81af_1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98abf83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298abf83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98abf83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298abf83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298abf833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298abf83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98abf833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298abf833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298abf833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298abf83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298abf833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298abf833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298abf833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298abf833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.gif"/><Relationship Id="rId9" Type="http://schemas.openxmlformats.org/officeDocument/2006/relationships/image" Target="../media/image14.png"/><Relationship Id="rId5" Type="http://schemas.openxmlformats.org/officeDocument/2006/relationships/image" Target="../media/image16.gif"/><Relationship Id="rId6" Type="http://schemas.openxmlformats.org/officeDocument/2006/relationships/image" Target="../media/image11.gif"/><Relationship Id="rId7" Type="http://schemas.openxmlformats.org/officeDocument/2006/relationships/image" Target="../media/image2.gif"/><Relationship Id="rId8" Type="http://schemas.openxmlformats.org/officeDocument/2006/relationships/image" Target="../media/image1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11" Type="http://schemas.openxmlformats.org/officeDocument/2006/relationships/image" Target="../media/image28.png"/><Relationship Id="rId10" Type="http://schemas.openxmlformats.org/officeDocument/2006/relationships/image" Target="../media/image33.png"/><Relationship Id="rId9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30.png"/><Relationship Id="rId6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51.png"/><Relationship Id="rId7" Type="http://schemas.openxmlformats.org/officeDocument/2006/relationships/image" Target="../media/image48.png"/><Relationship Id="rId8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53.gif"/><Relationship Id="rId5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50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Otter’s Quest: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Tale of Unity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Christopher Lee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Storyline and Objectives</a:t>
            </a:r>
            <a:endParaRPr b="1"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738" y="1039050"/>
            <a:ext cx="5496300" cy="188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" name="Google Shape;14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580" y="1415387"/>
            <a:ext cx="1378744" cy="1410126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1075" y="3244975"/>
            <a:ext cx="1007225" cy="1410089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" name="Google Shape;14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1916" y="3244975"/>
            <a:ext cx="1007225" cy="1410115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" name="Google Shape;14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8478" y="3244985"/>
            <a:ext cx="1007225" cy="1410115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3175" y="3379738"/>
            <a:ext cx="1410150" cy="141015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35175" y="3194988"/>
            <a:ext cx="2138126" cy="1679726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2310900" y="393750"/>
            <a:ext cx="50121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 Rules and How to Play</a:t>
            </a:r>
            <a:endParaRPr b="1"/>
          </a:p>
        </p:txBody>
      </p:sp>
      <p:pic>
        <p:nvPicPr>
          <p:cNvPr id="153" name="Google Shape;15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2250" y="965450"/>
            <a:ext cx="3609400" cy="396525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399625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Menu </a:t>
            </a:r>
            <a:r>
              <a:rPr b="1" lang="en"/>
              <a:t>Screen</a:t>
            </a:r>
            <a:r>
              <a:rPr b="1" lang="en"/>
              <a:t> &amp; Info Screen</a:t>
            </a:r>
            <a:endParaRPr b="1"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325" y="1139600"/>
            <a:ext cx="3213978" cy="3530849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5" y="1532150"/>
            <a:ext cx="5106523" cy="2745738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0500" y="308859"/>
            <a:ext cx="1510500" cy="108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8197" y="4277899"/>
            <a:ext cx="2067600" cy="7125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2204400" y="624625"/>
            <a:ext cx="4735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Prologue</a:t>
            </a:r>
            <a:endParaRPr b="1" sz="3400"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25" y="1611876"/>
            <a:ext cx="5256468" cy="30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9694" y="1611875"/>
            <a:ext cx="5268033" cy="309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6975" y="511550"/>
            <a:ext cx="1038300" cy="866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930775" y="662350"/>
            <a:ext cx="46146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Map Screen</a:t>
            </a:r>
            <a:endParaRPr b="1" sz="3000"/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900" y="1614925"/>
            <a:ext cx="6099901" cy="3306249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725" y="957727"/>
            <a:ext cx="2927400" cy="260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Village</a:t>
            </a:r>
            <a:endParaRPr/>
          </a:p>
        </p:txBody>
      </p:sp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25" y="1019725"/>
            <a:ext cx="4516348" cy="241935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7000" y="111151"/>
            <a:ext cx="1285200" cy="114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874" y="3251550"/>
            <a:ext cx="1512000" cy="13650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56097" y="1462751"/>
            <a:ext cx="1285200" cy="977257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3350" y="1462750"/>
            <a:ext cx="1093650" cy="10429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0375" y="1495575"/>
            <a:ext cx="872342" cy="97725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83788" y="3097475"/>
            <a:ext cx="5732775" cy="1300021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type="title"/>
          </p:nvPr>
        </p:nvSpPr>
        <p:spPr>
          <a:xfrm>
            <a:off x="2233825" y="906025"/>
            <a:ext cx="4055400" cy="6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Lake </a:t>
            </a:r>
            <a:r>
              <a:rPr b="1" lang="en"/>
              <a:t>Game</a:t>
            </a:r>
            <a:endParaRPr b="1"/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825" y="789625"/>
            <a:ext cx="2201100" cy="89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50" y="1955525"/>
            <a:ext cx="5393001" cy="2932951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75" y="633950"/>
            <a:ext cx="2436300" cy="141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3727500"/>
            <a:ext cx="3005108" cy="1257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7973" y="4318300"/>
            <a:ext cx="2834610" cy="6666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8">
            <a:alphaModFix/>
          </a:blip>
          <a:srcRect b="32365" l="28459" r="20838" t="35560"/>
          <a:stretch/>
        </p:blipFill>
        <p:spPr>
          <a:xfrm>
            <a:off x="382550" y="3841574"/>
            <a:ext cx="1205726" cy="476724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72876" y="2994850"/>
            <a:ext cx="1609725" cy="1019175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96825" y="2154617"/>
            <a:ext cx="1205725" cy="756382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68250" y="1955514"/>
            <a:ext cx="2436300" cy="69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Plain Game</a:t>
            </a:r>
            <a:endParaRPr b="1"/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75" y="1383688"/>
            <a:ext cx="5311749" cy="2390287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850" y="2867575"/>
            <a:ext cx="3186824" cy="17109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21"/>
          <p:cNvPicPr preferRelativeResize="0"/>
          <p:nvPr/>
        </p:nvPicPr>
        <p:blipFill rotWithShape="1">
          <a:blip r:embed="rId5">
            <a:alphaModFix/>
          </a:blip>
          <a:srcRect b="20743" l="48617" r="28315" t="35390"/>
          <a:stretch/>
        </p:blipFill>
        <p:spPr>
          <a:xfrm>
            <a:off x="6465999" y="1730393"/>
            <a:ext cx="1632000" cy="1939632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2746" y="192175"/>
            <a:ext cx="1632000" cy="120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1000" y="3849825"/>
            <a:ext cx="1876250" cy="111347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370450" y="5348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Cave Game</a:t>
            </a:r>
            <a:endParaRPr b="1" sz="3600"/>
          </a:p>
        </p:txBody>
      </p:sp>
      <p:pic>
        <p:nvPicPr>
          <p:cNvPr id="219" name="Google Shape;2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9600" y="190425"/>
            <a:ext cx="1479600" cy="120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450" y="1650375"/>
            <a:ext cx="5555901" cy="297027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1" name="Google Shape;221;p22"/>
          <p:cNvPicPr preferRelativeResize="0"/>
          <p:nvPr/>
        </p:nvPicPr>
        <p:blipFill rotWithShape="1">
          <a:blip r:embed="rId5">
            <a:alphaModFix/>
          </a:blip>
          <a:srcRect b="35959" l="43777" r="24802" t="28108"/>
          <a:stretch/>
        </p:blipFill>
        <p:spPr>
          <a:xfrm>
            <a:off x="4762975" y="3266525"/>
            <a:ext cx="2285549" cy="163357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5673" y="1780000"/>
            <a:ext cx="1790676" cy="2453623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 b="21077" l="15922" r="16207" t="18020"/>
          <a:stretch/>
        </p:blipFill>
        <p:spPr>
          <a:xfrm>
            <a:off x="1133000" y="1586654"/>
            <a:ext cx="6151723" cy="3449946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" name="Google Shape;228;p23"/>
          <p:cNvSpPr txBox="1"/>
          <p:nvPr>
            <p:ph type="title"/>
          </p:nvPr>
        </p:nvSpPr>
        <p:spPr>
          <a:xfrm>
            <a:off x="940600" y="569400"/>
            <a:ext cx="56130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Boss Battle</a:t>
            </a:r>
            <a:endParaRPr b="1" sz="3400"/>
          </a:p>
        </p:txBody>
      </p:sp>
      <p:pic>
        <p:nvPicPr>
          <p:cNvPr id="229" name="Google Shape;2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0025" y="364300"/>
            <a:ext cx="2046600" cy="141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Epilogue</a:t>
            </a:r>
            <a:endParaRPr sz="3200"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675" y="241725"/>
            <a:ext cx="1080900" cy="145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2376" y="1457975"/>
            <a:ext cx="6261974" cy="3379624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7" name="Google Shape;23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675" y="1516500"/>
            <a:ext cx="1808475" cy="74787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3925" y="2571750"/>
            <a:ext cx="1172075" cy="1584475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416775"/>
            <a:ext cx="5619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3895025"/>
            <a:ext cx="2106176" cy="1134975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97950" y="5573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Challenges Faced</a:t>
            </a:r>
            <a:endParaRPr sz="3200"/>
          </a:p>
        </p:txBody>
      </p:sp>
      <p:sp>
        <p:nvSpPr>
          <p:cNvPr id="246" name="Google Shape;246;p25"/>
          <p:cNvSpPr txBox="1"/>
          <p:nvPr>
            <p:ph idx="1" type="body"/>
          </p:nvPr>
        </p:nvSpPr>
        <p:spPr>
          <a:xfrm>
            <a:off x="714550" y="1653300"/>
            <a:ext cx="4614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Drawing took longer than I expected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Didn’t have much time for coding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When things got messy, it was easy to get lost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Due to the obscure variable names, debugging </a:t>
            </a:r>
            <a:r>
              <a:rPr lang="en" sz="1500"/>
              <a:t>could</a:t>
            </a:r>
            <a:r>
              <a:rPr lang="en" sz="1500"/>
              <a:t> take a long time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Platforms were really weird to code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Overall code could have been more </a:t>
            </a:r>
            <a:r>
              <a:rPr lang="en" sz="1500"/>
              <a:t>efficient</a:t>
            </a:r>
            <a:endParaRPr sz="1500"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925" y="1361950"/>
            <a:ext cx="2345976" cy="1843026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8" name="Google Shape;2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0925" y="3622321"/>
            <a:ext cx="2310200" cy="1299500"/>
          </a:xfrm>
          <a:prstGeom prst="rect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9" name="Google Shape;24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8810" y="506052"/>
            <a:ext cx="2310300" cy="510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My Character Animation Function</a:t>
            </a:r>
            <a:endParaRPr b="1"/>
          </a:p>
        </p:txBody>
      </p:sp>
      <p:pic>
        <p:nvPicPr>
          <p:cNvPr id="255" name="Google Shape;2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0250"/>
            <a:ext cx="9144001" cy="3555745"/>
          </a:xfrm>
          <a:prstGeom prst="rect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6" name="Google Shape;2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3875" y="2658425"/>
            <a:ext cx="2316225" cy="23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1428900" y="1245000"/>
            <a:ext cx="6286200" cy="2653500"/>
          </a:xfrm>
          <a:prstGeom prst="rect">
            <a:avLst/>
          </a:prstGeom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Full</a:t>
            </a:r>
            <a:r>
              <a:rPr b="1" lang="en" sz="7200"/>
              <a:t> </a:t>
            </a:r>
            <a:r>
              <a:rPr b="1" lang="en" sz="7200"/>
              <a:t>Demo</a:t>
            </a:r>
            <a:r>
              <a:rPr b="1" lang="en" sz="7200"/>
              <a:t> of Game</a:t>
            </a:r>
            <a:endParaRPr b="1"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